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F6434-B43E-41BD-BF7A-A33D2BB13A66}" v="433" dt="2020-08-06T11:21:11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eo4j.com/customers/?ref=hom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29"/>
            <a:ext cx="9144000" cy="1783751"/>
          </a:xfrm>
        </p:spPr>
        <p:txBody>
          <a:bodyPr/>
          <a:lstStyle/>
          <a:p>
            <a:r>
              <a:rPr lang="en-US">
                <a:cs typeface="Calibri Light"/>
              </a:rPr>
              <a:t>Performance</a:t>
            </a:r>
            <a:br>
              <a:rPr lang="en-US" dirty="0">
                <a:cs typeface="Calibri Light"/>
              </a:rPr>
            </a:b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EED01-D2DA-44A4-B7CA-BC209EB650C0}"/>
              </a:ext>
            </a:extLst>
          </p:cNvPr>
          <p:cNvSpPr txBox="1"/>
          <p:nvPr/>
        </p:nvSpPr>
        <p:spPr>
          <a:xfrm>
            <a:off x="-5750" y="900023"/>
            <a:ext cx="1221787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more </a:t>
            </a:r>
            <a:r>
              <a:rPr lang="en-US" b="1">
                <a:ea typeface="+mn-lt"/>
                <a:cs typeface="+mn-lt"/>
              </a:rPr>
              <a:t>connected</a:t>
            </a:r>
            <a:r>
              <a:rPr lang="en-US">
                <a:ea typeface="+mn-lt"/>
                <a:cs typeface="+mn-lt"/>
              </a:rPr>
              <a:t> your data is, and the more </a:t>
            </a:r>
            <a:r>
              <a:rPr lang="en-US" b="1">
                <a:ea typeface="+mn-lt"/>
                <a:cs typeface="+mn-lt"/>
              </a:rPr>
              <a:t>complex</a:t>
            </a:r>
            <a:r>
              <a:rPr lang="en-US">
                <a:ea typeface="+mn-lt"/>
                <a:cs typeface="+mn-lt"/>
              </a:rPr>
              <a:t> your query is, the </a:t>
            </a:r>
            <a:r>
              <a:rPr lang="en-US" b="1">
                <a:ea typeface="+mn-lt"/>
                <a:cs typeface="+mn-lt"/>
              </a:rPr>
              <a:t>faster</a:t>
            </a:r>
            <a:r>
              <a:rPr lang="en-US">
                <a:ea typeface="+mn-lt"/>
                <a:cs typeface="+mn-lt"/>
              </a:rPr>
              <a:t> graph technology is at processing your requests.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With</a:t>
            </a:r>
            <a:r>
              <a:rPr lang="en-US" b="1" dirty="0">
                <a:ea typeface="+mn-lt"/>
                <a:cs typeface="+mn-lt"/>
              </a:rPr>
              <a:t> no need to translate requests</a:t>
            </a:r>
            <a:r>
              <a:rPr lang="en-US" dirty="0">
                <a:ea typeface="+mn-lt"/>
                <a:cs typeface="+mn-lt"/>
              </a:rPr>
              <a:t> into non-graph methods or syntax, Neo4j delivers fast, accurate results for even complex queries of connected graph data.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Relational approaches are appropriate for tabular data with static schemas, but not for the demands of </a:t>
            </a:r>
            <a:r>
              <a:rPr lang="en-US" b="1" dirty="0">
                <a:ea typeface="+mn-lt"/>
                <a:cs typeface="+mn-lt"/>
              </a:rPr>
              <a:t>highly connected or changing datasets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b="1" dirty="0">
                <a:ea typeface="+mn-lt"/>
                <a:cs typeface="+mn-lt"/>
              </a:rPr>
              <a:t>index-free adjacency</a:t>
            </a:r>
            <a:r>
              <a:rPr lang="en-US" dirty="0">
                <a:ea typeface="+mn-lt"/>
                <a:cs typeface="+mn-lt"/>
              </a:rPr>
              <a:t> to traverse millions of data records with sub-second response times, even when those queries mine data several layers deep.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Graph databases are </a:t>
            </a:r>
            <a:r>
              <a:rPr lang="en-US" b="1">
                <a:ea typeface="+mn-lt"/>
                <a:cs typeface="+mn-lt"/>
              </a:rPr>
              <a:t>designed to traverse stored data</a:t>
            </a:r>
            <a:r>
              <a:rPr lang="en-US">
                <a:ea typeface="+mn-lt"/>
                <a:cs typeface="+mn-lt"/>
              </a:rPr>
              <a:t> very quickly and retrieve results in milliseconds.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Exceed performance expectations when traversing relationships among data for </a:t>
            </a:r>
            <a:r>
              <a:rPr lang="en-US" b="1">
                <a:ea typeface="+mn-lt"/>
                <a:cs typeface="+mn-lt"/>
              </a:rPr>
              <a:t>data science and analytics</a:t>
            </a:r>
            <a:r>
              <a:rPr lang="en-US">
                <a:ea typeface="+mn-lt"/>
                <a:cs typeface="+mn-lt"/>
              </a:rPr>
              <a:t> purposes where decision making is required.</a:t>
            </a: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FC4E34D-FCE4-4602-B9B8-20508701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288" y="133187"/>
            <a:ext cx="6452557" cy="444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6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25E7C-CC6A-411A-9E80-5BC6F91E5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42833"/>
            <a:ext cx="10515600" cy="680986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                         Application slide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Neo4j graph database platform can be used for a wide variety of business applications, but there are many for which native graph technology is absolutely required to meet performance and reliability requirements. Some samples of those applications appear below.</a:t>
            </a:r>
            <a:endParaRPr lang="en-US">
              <a:cs typeface="Calibri" panose="020F0502020204030204"/>
            </a:endParaRPr>
          </a:p>
          <a:p>
            <a:r>
              <a:rPr lang="en-US" b="1"/>
              <a:t>Retail and E-Commerce (eg : Walmart, fortune 50</a:t>
            </a:r>
            <a:r>
              <a:rPr lang="en-US" b="1" dirty="0"/>
              <a:t>)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Purchase history recommendations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Peer recommendations</a:t>
            </a:r>
            <a:endParaRPr lang="en-US"/>
          </a:p>
          <a:p>
            <a:r>
              <a:rPr lang="en-US" b="1"/>
              <a:t>Social and Business Networks (eg : LinkedIn, gamesys)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Friendship and relationship sites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Professional networks and organizations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Event recommendation and review sites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Membership and organization management</a:t>
            </a:r>
            <a:endParaRPr lang="en-US"/>
          </a:p>
          <a:p>
            <a:r>
              <a:rPr lang="en-US" b="1"/>
              <a:t>Information Management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Identity and access management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Master data management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Network operations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Internet of Things and sensor monitoring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 case solution</a:t>
            </a:r>
            <a:endParaRPr lang="en-US"/>
          </a:p>
          <a:p>
            <a:endParaRPr lang="en-US" b="1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051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6F444-9CA1-41C4-92B3-109F9127D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" y="-299"/>
            <a:ext cx="10688127" cy="616288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Customer and Sales Management (eg : eBay, Medium.com)</a:t>
            </a:r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Prospect identification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Product recommendation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Finance (eg : Citi Bank, UBS bank, Global 50 bank)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Identity and access management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Fraud detection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Product and service recommendations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Healthcare (eg : Novartis)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Care provider recommendations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Clinical data analysis and bioinformatics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Insurance fraud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Logistics (eg : Transparency One, Volvo, Caterpillar, Airbus)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Real-time routing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Supply-chain management and risk assessment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4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B3C586-3582-44DE-89EA-FDC002D12B3B}"/>
              </a:ext>
            </a:extLst>
          </p:cNvPr>
          <p:cNvSpPr txBox="1"/>
          <p:nvPr/>
        </p:nvSpPr>
        <p:spPr>
          <a:xfrm>
            <a:off x="1863306" y="3243532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+mn-lt"/>
                <a:cs typeface="+mn-lt"/>
                <a:hlinkClick r:id="rId2"/>
              </a:rPr>
              <a:t>https://neo4j.com/customers/?ref=home</a:t>
            </a:r>
            <a:endParaRPr lang="en-US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Go here to see all customers and add images maybe (optional)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5983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Performance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113</cp:revision>
  <dcterms:created xsi:type="dcterms:W3CDTF">2020-08-06T09:49:46Z</dcterms:created>
  <dcterms:modified xsi:type="dcterms:W3CDTF">2020-08-06T11:21:27Z</dcterms:modified>
</cp:coreProperties>
</file>